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estado inclui o tempo de cada bomba; sem isso seria preciso lembrar quando ela foi colocada.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Ambiente e estado markoviano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D9D4C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Grade 11×11 com paredes fixas e blocos destrutíveis. O agente coloca bombas para abrir caminho e eliminar 2 inimigos de movimento aleatório.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8410"/>
          <a:ext cx="10556240" cy="252730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o agente observa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Conteúdo do estado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Mapa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cada célula: vazia, parede, bloco ou chama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Bombas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posição e tempo restante até explodir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Agente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posição, bombas disponíveis, alcance da explosão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Inimigos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posição e se ainda estão vivos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5051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8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Markoviano: o timer das bombas está no estado, então o presente basta para decidir.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40"/>
            <a:ext cx="234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1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 1 · Bomberman · 1/3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Ações do agente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D9D4C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Espaço discreto com 6 ações, escolhidas a cada passo de tempo.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26945"/>
          <a:ext cx="10556240" cy="202184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Ação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Efeito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Cima, baixo, esquerda, direita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move uma célula se estiver livre; parede ou bloco bloqueia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Colocar bomba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só se houver bomba disponível; explode após o timer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Ficar parado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não faz nada (útil para esperar uma explosão)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5358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8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episódio termina quando o agente morre, elimina os inimigos ou atinge o limite de passos.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41"/>
            <a:ext cx="234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1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 1 · Bomberman · 2/3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EF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Recompensas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D9D4C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Valores iniciais propostos, ajustáveis durante o treinamento.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26946"/>
          <a:ext cx="10556240" cy="303276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Evento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8A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Recompensa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B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Destruir um bloco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+10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Eliminar um inimigo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+50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Eliminar todos os inimigos (vitória)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+100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Morrer (explosão ou inimigo)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−100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Cada passo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56450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8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custo por passo incentiva terminar rápido; a penalidade de morte ensina a fugir das próprias bombas.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41"/>
            <a:ext cx="234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1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 1 · Bomberman · 3/3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afio 1 - Bomberman (MDP)">
  <a:themeElements>
    <a:clrScheme name="Desafio 1 - Bomberman (MDP)">
      <a:dk1>
        <a:srgbClr val="14182B"/>
      </a:dk1>
      <a:lt1>
        <a:srgbClr val="F4EFE6"/>
      </a:lt1>
      <a:dk2>
        <a:srgbClr val="2A2E3E"/>
      </a:dk2>
      <a:lt2>
        <a:srgbClr val="BCB9B7"/>
      </a:lt2>
      <a:accent1>
        <a:srgbClr val="FF8A2A"/>
      </a:accent1>
      <a:accent2>
        <a:srgbClr val="9AA1C4"/>
      </a:accent2>
      <a:accent3>
        <a:srgbClr val="D9D4CA"/>
      </a:accent3>
      <a:accent4>
        <a:srgbClr val="9AA0A6"/>
      </a:accent4>
      <a:accent5>
        <a:srgbClr val="9A999B"/>
      </a:accent5>
      <a:accent6>
        <a:srgbClr val="79797F"/>
      </a:accent6>
      <a:hlink>
        <a:srgbClr val="0563C1"/>
      </a:hlink>
      <a:folHlink>
        <a:srgbClr val="954F72"/>
      </a:folHlink>
    </a:clrScheme>
    <a:fontScheme name="Desafio 1 - Bomberman (MDP)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 1 - Bomberman (MDP)</dc:title>
  <dc:subject/>
  <dc:creator/>
  <cp:lastModifiedBy/>
  <cp:revision>1</cp:revision>
  <dcterms:created xsi:type="dcterms:W3CDTF">2026-10-28T03:44:48Z</dcterms:created>
  <dcterms:modified xsi:type="dcterms:W3CDTF">2026-10-28T03:44:48Z</dcterms:modified>
</cp:coreProperties>
</file>